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2803595de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2803595de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2803595de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2803595de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2803595de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2803595d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2803595de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2803595de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2803595de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2803595de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2803595de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2803595de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2803595de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2803595de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2803595de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2803595de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2803595de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62803595de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2803595de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2803595de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2803595de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2803595de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Customer segmentation of Olist e-commerce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694350" y="-36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Olist data set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4" title="olist_datas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350" y="561625"/>
            <a:ext cx="7494548" cy="450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659225" y="-508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Data used for segmentation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694325" y="13414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We did a customer segmentation using the following data: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customer city and state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freight value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value (of the buy)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product category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payment type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instalment number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payment </a:t>
            </a:r>
            <a:r>
              <a:rPr lang="pt-BR"/>
              <a:t>sequential (number of payment methods)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687325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Segmentation results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7650" y="13344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Two groups of </a:t>
            </a:r>
            <a:r>
              <a:rPr lang="pt-BR"/>
              <a:t>costumes</a:t>
            </a:r>
            <a:r>
              <a:rPr lang="pt-BR"/>
              <a:t> were found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We called them group 0 and group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Analysis of group 0 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7" title="numerical_data_label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200" y="491625"/>
            <a:ext cx="7750950" cy="465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65920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Analysis of group 0 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8" title="categorical_data_label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275" y="477575"/>
            <a:ext cx="7722875" cy="466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7650" y="-297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Analysis of group 0 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7650" y="13555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price and freight values show that most of the buys have low values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most of customers use only one method of payment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found records for payment installments raging from 2 to 6 (possibly due to tax free)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c</a:t>
            </a:r>
            <a:r>
              <a:rPr lang="pt-BR"/>
              <a:t>redit card is the preferred way of payment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preferred product </a:t>
            </a:r>
            <a:r>
              <a:rPr lang="pt-BR"/>
              <a:t>categories</a:t>
            </a:r>
            <a:r>
              <a:rPr lang="pt-BR"/>
              <a:t> (in decreasing order) are bed &amp; bath &amp; table, health &amp; beauty, sport, furniture &amp; decor and informatics.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Analysis of group 1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0" title="numerical_data_label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150" y="477575"/>
            <a:ext cx="7764999" cy="466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Analysis of group 1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1" title="categorical_data_label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225" y="477575"/>
            <a:ext cx="7781550" cy="466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68730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Analysis of group 1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727650" y="13133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price and freight values show a similar behavior of group 0 (small buys), however the values are smaller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customers usually buy using two method of payment (different from group 0)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installment payment, product category and payment type show are quite similar to group 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most of customers in group 1 are located at the cities São Paulo, Rio de Janeiro and Porto Alegre, whereas in group 0, they are at Belo Horizonte, </a:t>
            </a:r>
            <a:r>
              <a:rPr lang="pt-BR"/>
              <a:t>Brasília</a:t>
            </a:r>
            <a:r>
              <a:rPr lang="pt-BR"/>
              <a:t> and Campinas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Comparison of group 0 and 1</a:t>
            </a:r>
            <a:endParaRPr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3" title="comparsion_group0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075" y="535200"/>
            <a:ext cx="8327850" cy="460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Conclusion</a:t>
            </a:r>
            <a:endParaRPr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727650" y="13274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customers could be split (not necessarily even) into two groups.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they are alike in payment type, product category, price, freight value and payment installments.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most of customers use credit card and buy items with small value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preferred categories are: bed &amp; bath &amp; table, health &amp; beauty, sport, furniture &amp; decor and informatics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the groups of customers differ location and payment sequential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